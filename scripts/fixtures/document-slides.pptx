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Synthetic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one marker: DECK-SLIDE-1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two marker: DECK-SLIDE-2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2026-10-12T09:18:44Z</dcterms:created>
  <dcterms:modified xsi:type="dcterms:W3CDTF">2026-10-12T09:18:44Z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